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h4GD8+w3vpZ5Najx6tAEbKxxs8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3ff9f8ebf7_0_2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13ff9f8ebf7_0_2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401f0efe6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1401f0efe6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401f0efe68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1401f0efe68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01f0efe68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1401f0efe68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401f0efe68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1401f0efe68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401f0efe68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1401f0efe68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01f0efe68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1401f0efe68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ff9f8ebf7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13ff9f8ebf7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401f0efe68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1401f0efe68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01f0efe68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1401f0efe68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01f0efe68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1401f0efe68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01f0efe68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1401f0efe68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3ff9f8ebf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13ff9f8ebf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3ff9f8ebf7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13ff9f8ebf7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3ff9f8ebf7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13ff9f8ebf7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3ff9f8ebf7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13ff9f8ebf7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3ff9f8ebf7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13ff9f8ebf7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3ff9f8ebf7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13ff9f8ebf7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3ff9f8ebf7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13ff9f8ebf7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3ff9f8ebf7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13ff9f8ebf7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3ff9f8ebf7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13ff9f8ebf7_0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3ff9f8ebf7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g13ff9f8ebf7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3ff9f8ebf7_0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g13ff9f8ebf7_0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ff9f8ebf7_0_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g13ff9f8ebf7_0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3ff9f8ebf7_0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g13ff9f8ebf7_0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rb.gy/odpvlf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hreejs.org/" TargetMode="External"/><Relationship Id="rId4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hyperlink" Target="https://cglearn.codelight.eu/pub/computer-graphics/computer-graphic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hreejs.org/" TargetMode="External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npmjs.com/" TargetMode="External"/><Relationship Id="rId4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nodejs.org/en/download/" TargetMode="External"/><Relationship Id="rId4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CSE4204</a:t>
            </a:r>
            <a:br>
              <a:rPr lang="en-US"/>
            </a:br>
            <a:r>
              <a:rPr lang="en-US"/>
              <a:t>LAB-8 : Intro to Three.js</a:t>
            </a:r>
            <a:endParaRPr/>
          </a:p>
        </p:txBody>
      </p:sp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ff9f8ebf7_0_24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800"/>
              <a:t>Download the materials at: </a:t>
            </a:r>
            <a:endParaRPr sz="48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800" u="sng">
                <a:solidFill>
                  <a:schemeClr val="hlink"/>
                </a:solidFill>
                <a:hlinkClick r:id="rId3"/>
              </a:rPr>
              <a:t>https://rb.gy/odpvlf</a:t>
            </a:r>
            <a:endParaRPr sz="4800"/>
          </a:p>
        </p:txBody>
      </p:sp>
      <p:sp>
        <p:nvSpPr>
          <p:cNvPr id="95" name="Google Shape;95;g13ff9f8ebf7_0_2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401f0efe68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three.js?</a:t>
            </a:r>
            <a:endParaRPr/>
          </a:p>
        </p:txBody>
      </p:sp>
      <p:sp>
        <p:nvSpPr>
          <p:cNvPr id="101" name="Google Shape;101;g1401f0efe68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g1401f0efe68_0_0"/>
          <p:cNvSpPr txBox="1"/>
          <p:nvPr/>
        </p:nvSpPr>
        <p:spPr>
          <a:xfrm>
            <a:off x="928250" y="1634825"/>
            <a:ext cx="97953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javascript library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create and display 3D graphics on web browser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on WebGL API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to use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https://threejs.org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g1401f0efe6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7450" y="4169850"/>
            <a:ext cx="297180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three.js</a:t>
            </a:r>
            <a:endParaRPr/>
          </a:p>
        </p:txBody>
      </p:sp>
      <p:pic>
        <p:nvPicPr>
          <p:cNvPr descr="Computer Graphics Learning - Computer Graphics"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4073" y="2090153"/>
            <a:ext cx="5073034" cy="296958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557607" y="6400424"/>
            <a:ext cx="6094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0" lang="en-US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https://cglearn.codelight.eu/pub/computer-graphics/computer-graphics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01f0efe68_0_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can do with three.js</a:t>
            </a:r>
            <a:endParaRPr/>
          </a:p>
        </p:txBody>
      </p:sp>
      <p:sp>
        <p:nvSpPr>
          <p:cNvPr id="117" name="Google Shape;117;g1401f0efe68_0_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g1401f0efe68_0_9"/>
          <p:cNvSpPr txBox="1"/>
          <p:nvPr/>
        </p:nvSpPr>
        <p:spPr>
          <a:xfrm>
            <a:off x="838207" y="6581111"/>
            <a:ext cx="6094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0" lang="en-US" sz="1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https://threejs.org/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g1401f0efe68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1570175"/>
            <a:ext cx="7620000" cy="478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01f0efe68_0_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Installation</a:t>
            </a:r>
            <a:endParaRPr/>
          </a:p>
        </p:txBody>
      </p:sp>
      <p:sp>
        <p:nvSpPr>
          <p:cNvPr id="125" name="Google Shape;125;g1401f0efe68_0_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g1401f0efe68_0_19"/>
          <p:cNvSpPr txBox="1"/>
          <p:nvPr/>
        </p:nvSpPr>
        <p:spPr>
          <a:xfrm>
            <a:off x="928250" y="1634825"/>
            <a:ext cx="97953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three.js can be installed with </a:t>
            </a:r>
            <a:r>
              <a:rPr b="0" i="0" lang="en-US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npm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can be used with static hosting or a CDN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npm is the most common approach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g1401f0efe68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7450" y="4169850"/>
            <a:ext cx="297180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401f0efe68_0_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Installation with npm</a:t>
            </a:r>
            <a:endParaRPr/>
          </a:p>
        </p:txBody>
      </p:sp>
      <p:sp>
        <p:nvSpPr>
          <p:cNvPr id="133" name="Google Shape;133;g1401f0efe68_0_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g1401f0efe68_0_28"/>
          <p:cNvSpPr txBox="1"/>
          <p:nvPr/>
        </p:nvSpPr>
        <p:spPr>
          <a:xfrm>
            <a:off x="928250" y="1634825"/>
            <a:ext cx="9795300" cy="3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Download and install the latest version of </a:t>
            </a:r>
            <a:r>
              <a:rPr b="0" i="0" lang="en-US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Node.js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a terminal window in your project folder and run: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Package will be downloaded and installed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download will give so many additional files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only use the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Three.js source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g1401f0efe68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7450" y="4169850"/>
            <a:ext cx="2971800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1401f0efe68_0_28"/>
          <p:cNvSpPr/>
          <p:nvPr/>
        </p:nvSpPr>
        <p:spPr>
          <a:xfrm>
            <a:off x="1149925" y="2812475"/>
            <a:ext cx="5029200" cy="554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npm install three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401f0efe68_0_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Setup: Adding the library file</a:t>
            </a:r>
            <a:endParaRPr/>
          </a:p>
        </p:txBody>
      </p:sp>
      <p:sp>
        <p:nvSpPr>
          <p:cNvPr id="142" name="Google Shape;142;g1401f0efe68_0_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3" name="Google Shape;143;g1401f0efe68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825"/>
            <a:ext cx="6991034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1401f0efe68_0_47"/>
          <p:cNvSpPr/>
          <p:nvPr/>
        </p:nvSpPr>
        <p:spPr>
          <a:xfrm>
            <a:off x="1219200" y="4682825"/>
            <a:ext cx="5015400" cy="254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01f0efe68_0_58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Elements of Three.js</a:t>
            </a:r>
            <a:endParaRPr/>
          </a:p>
        </p:txBody>
      </p:sp>
      <p:pic>
        <p:nvPicPr>
          <p:cNvPr id="150" name="Google Shape;150;g1401f0efe68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1425" y="1690825"/>
            <a:ext cx="8648443" cy="48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1401f0efe68_0_58"/>
          <p:cNvSpPr txBox="1"/>
          <p:nvPr>
            <p:ph idx="12" type="sldNum"/>
          </p:nvPr>
        </p:nvSpPr>
        <p:spPr>
          <a:xfrm>
            <a:off x="869372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3ff9f8ebf7_0_127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Elements: Renderer</a:t>
            </a:r>
            <a:endParaRPr/>
          </a:p>
        </p:txBody>
      </p:sp>
      <p:sp>
        <p:nvSpPr>
          <p:cNvPr id="157" name="Google Shape;157;g13ff9f8ebf7_0_127"/>
          <p:cNvSpPr txBox="1"/>
          <p:nvPr>
            <p:ph idx="12" type="sldNum"/>
          </p:nvPr>
        </p:nvSpPr>
        <p:spPr>
          <a:xfrm>
            <a:off x="8610600" y="62802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g13ff9f8ebf7_0_127"/>
          <p:cNvSpPr txBox="1"/>
          <p:nvPr/>
        </p:nvSpPr>
        <p:spPr>
          <a:xfrm>
            <a:off x="900550" y="1551700"/>
            <a:ext cx="509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13ff9f8ebf7_0_127"/>
          <p:cNvSpPr txBox="1"/>
          <p:nvPr/>
        </p:nvSpPr>
        <p:spPr>
          <a:xfrm>
            <a:off x="955975" y="1607125"/>
            <a:ext cx="97674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Renderer draws the scene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Needs to be attached to an HTML element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g13ff9f8ebf7_0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963" y="3440967"/>
            <a:ext cx="8912379" cy="1325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" name="Google Shape;161;g13ff9f8ebf7_0_127"/>
          <p:cNvSpPr txBox="1"/>
          <p:nvPr/>
        </p:nvSpPr>
        <p:spPr>
          <a:xfrm>
            <a:off x="935188" y="2718325"/>
            <a:ext cx="471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romanU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 WebGLRenderer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13ff9f8ebf7_0_127"/>
          <p:cNvSpPr txBox="1"/>
          <p:nvPr/>
        </p:nvSpPr>
        <p:spPr>
          <a:xfrm>
            <a:off x="838200" y="4766675"/>
            <a:ext cx="509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13ff9f8ebf7_0_127"/>
          <p:cNvSpPr txBox="1"/>
          <p:nvPr/>
        </p:nvSpPr>
        <p:spPr>
          <a:xfrm>
            <a:off x="935200" y="4766675"/>
            <a:ext cx="471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II. Beautify it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g13ff9f8ebf7_0_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975" y="5413175"/>
            <a:ext cx="7142050" cy="974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01f0efe68_0_73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Output!</a:t>
            </a:r>
            <a:endParaRPr/>
          </a:p>
        </p:txBody>
      </p:sp>
      <p:sp>
        <p:nvSpPr>
          <p:cNvPr id="170" name="Google Shape;170;g1401f0efe68_0_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1" name="Google Shape;171;g1401f0efe68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6038" y="1690825"/>
            <a:ext cx="8739928" cy="436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01f0efe68_0_100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Elements: Camera</a:t>
            </a:r>
            <a:endParaRPr/>
          </a:p>
        </p:txBody>
      </p:sp>
      <p:sp>
        <p:nvSpPr>
          <p:cNvPr id="177" name="Google Shape;177;g1401f0efe68_0_100"/>
          <p:cNvSpPr txBox="1"/>
          <p:nvPr/>
        </p:nvSpPr>
        <p:spPr>
          <a:xfrm>
            <a:off x="900550" y="1551700"/>
            <a:ext cx="509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1401f0efe68_0_100"/>
          <p:cNvSpPr txBox="1"/>
          <p:nvPr/>
        </p:nvSpPr>
        <p:spPr>
          <a:xfrm>
            <a:off x="955975" y="1607125"/>
            <a:ext cx="97674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Camera is the view port to look at the objects in a scene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Camera controls how your object will be seen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main types of camera: Orthographic and Perspective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401f0efe68_0_100"/>
          <p:cNvSpPr txBox="1"/>
          <p:nvPr/>
        </p:nvSpPr>
        <p:spPr>
          <a:xfrm>
            <a:off x="838188" y="3452650"/>
            <a:ext cx="471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III.   Creating a Camera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g1401f0efe68_0_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650" y="4006750"/>
            <a:ext cx="11365075" cy="8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1401f0efe68_0_10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401f0efe68_0_112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Elements: Camera</a:t>
            </a:r>
            <a:endParaRPr/>
          </a:p>
        </p:txBody>
      </p:sp>
      <p:sp>
        <p:nvSpPr>
          <p:cNvPr id="187" name="Google Shape;187;g1401f0efe68_0_112"/>
          <p:cNvSpPr txBox="1"/>
          <p:nvPr/>
        </p:nvSpPr>
        <p:spPr>
          <a:xfrm>
            <a:off x="900550" y="1551700"/>
            <a:ext cx="509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g1401f0efe68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6625" y="1551700"/>
            <a:ext cx="8158749" cy="46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1401f0efe68_0_112"/>
          <p:cNvSpPr txBox="1"/>
          <p:nvPr/>
        </p:nvSpPr>
        <p:spPr>
          <a:xfrm>
            <a:off x="518675" y="6153000"/>
            <a:ext cx="965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https://www.slideshare.net/GarethMarland/introduction-tothreejs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1401f0efe68_0_1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01f0efe68_0_129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Elements: Scene</a:t>
            </a:r>
            <a:endParaRPr/>
          </a:p>
        </p:txBody>
      </p:sp>
      <p:sp>
        <p:nvSpPr>
          <p:cNvPr id="196" name="Google Shape;196;g1401f0efe68_0_129"/>
          <p:cNvSpPr txBox="1"/>
          <p:nvPr/>
        </p:nvSpPr>
        <p:spPr>
          <a:xfrm>
            <a:off x="955975" y="1607125"/>
            <a:ext cx="1000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Scene is where you put your modes, such as car, house or cubes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1401f0efe68_0_129"/>
          <p:cNvSpPr txBox="1"/>
          <p:nvPr/>
        </p:nvSpPr>
        <p:spPr>
          <a:xfrm>
            <a:off x="1046013" y="2579825"/>
            <a:ext cx="471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IV.   Create a Scene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g1401f0efe68_0_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025" y="3314050"/>
            <a:ext cx="6920350" cy="69205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9" name="Google Shape;199;g1401f0efe68_0_129"/>
          <p:cNvSpPr txBox="1"/>
          <p:nvPr/>
        </p:nvSpPr>
        <p:spPr>
          <a:xfrm>
            <a:off x="1156878" y="4255500"/>
            <a:ext cx="590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V.  Render the scene from the camera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g1401f0efe68_0_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463" y="4948125"/>
            <a:ext cx="6889481" cy="615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1" name="Google Shape;201;g1401f0efe68_0_1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3ff9f8ebf7_0_10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Elements: Geometry (Objects)</a:t>
            </a:r>
            <a:endParaRPr/>
          </a:p>
        </p:txBody>
      </p:sp>
      <p:sp>
        <p:nvSpPr>
          <p:cNvPr id="207" name="Google Shape;207;g13ff9f8ebf7_0_10"/>
          <p:cNvSpPr txBox="1"/>
          <p:nvPr/>
        </p:nvSpPr>
        <p:spPr>
          <a:xfrm>
            <a:off x="955975" y="1607125"/>
            <a:ext cx="100029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three.js provides some predefined geometry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define your own vertices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an existing model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13ff9f8ebf7_0_10"/>
          <p:cNvSpPr txBox="1"/>
          <p:nvPr/>
        </p:nvSpPr>
        <p:spPr>
          <a:xfrm>
            <a:off x="955984" y="3521925"/>
            <a:ext cx="809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VI.   Create a mesh with geometry and add it to the scene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g13ff9f8ebf7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975" y="4256150"/>
            <a:ext cx="9254824" cy="191105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0" name="Google Shape;210;g13ff9f8ebf7_0_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3ff9f8ebf7_0_20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cube.html</a:t>
            </a:r>
            <a:endParaRPr/>
          </a:p>
        </p:txBody>
      </p:sp>
      <p:pic>
        <p:nvPicPr>
          <p:cNvPr id="216" name="Google Shape;216;g13ff9f8ebf7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0" y="1940225"/>
            <a:ext cx="6477000" cy="3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13ff9f8ebf7_0_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3ff9f8ebf7_0_28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Recap</a:t>
            </a:r>
            <a:endParaRPr/>
          </a:p>
        </p:txBody>
      </p:sp>
      <p:sp>
        <p:nvSpPr>
          <p:cNvPr id="223" name="Google Shape;223;g13ff9f8ebf7_0_28"/>
          <p:cNvSpPr txBox="1"/>
          <p:nvPr/>
        </p:nvSpPr>
        <p:spPr>
          <a:xfrm>
            <a:off x="928250" y="1634825"/>
            <a:ext cx="9795300" cy="47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Renderer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new THREE.WebGLRenderer()</a:t>
            </a:r>
            <a:endParaRPr b="0" i="0" sz="2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camera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new THREE.PerspectiveCamera(FOV, viewAspectRatio, zNear, zFar)</a:t>
            </a:r>
            <a:endParaRPr b="0" i="0" sz="2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Scene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new THREE.Scene()</a:t>
            </a:r>
            <a:endParaRPr b="0" i="0" sz="2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 the scene from the camera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renderer(scene, camera)</a:t>
            </a:r>
            <a:endParaRPr b="0" i="0" sz="2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mesh with geometry and add it to the scene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const cube = new THREE.Mesh(geometry, material);</a:t>
            </a:r>
            <a:endParaRPr b="0" i="0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scene.add(cube);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13ff9f8ebf7_0_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3ff9f8ebf7_0_155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Lighting</a:t>
            </a:r>
            <a:endParaRPr/>
          </a:p>
        </p:txBody>
      </p:sp>
      <p:sp>
        <p:nvSpPr>
          <p:cNvPr id="230" name="Google Shape;230;g13ff9f8ebf7_0_155"/>
          <p:cNvSpPr txBox="1"/>
          <p:nvPr/>
        </p:nvSpPr>
        <p:spPr>
          <a:xfrm>
            <a:off x="955975" y="1607125"/>
            <a:ext cx="10002900" cy="21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globally illuminates the objects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three.js provides some lighting models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lighting model: Ambient Light, Point Light, Directional Light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13ff9f8ebf7_0_1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3ff9f8ebf7_0_169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Lighting</a:t>
            </a:r>
            <a:endParaRPr/>
          </a:p>
        </p:txBody>
      </p:sp>
      <p:sp>
        <p:nvSpPr>
          <p:cNvPr id="237" name="Google Shape;237;g13ff9f8ebf7_0_169"/>
          <p:cNvSpPr txBox="1"/>
          <p:nvPr/>
        </p:nvSpPr>
        <p:spPr>
          <a:xfrm>
            <a:off x="955975" y="1607125"/>
            <a:ext cx="1000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 create the light and add it to the scene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g13ff9f8ebf7_0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975" y="2707650"/>
            <a:ext cx="6105525" cy="1228725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9" name="Google Shape;239;g13ff9f8ebf7_0_1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975" y="4490550"/>
            <a:ext cx="6943725" cy="62865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0" name="Google Shape;240;g13ff9f8ebf7_0_169"/>
          <p:cNvSpPr txBox="1"/>
          <p:nvPr/>
        </p:nvSpPr>
        <p:spPr>
          <a:xfrm>
            <a:off x="900550" y="2222725"/>
            <a:ext cx="79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Ambient Light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13ff9f8ebf7_0_169"/>
          <p:cNvSpPr txBox="1"/>
          <p:nvPr/>
        </p:nvSpPr>
        <p:spPr>
          <a:xfrm>
            <a:off x="900550" y="3948050"/>
            <a:ext cx="79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 Light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13ff9f8ebf7_0_169"/>
          <p:cNvSpPr txBox="1"/>
          <p:nvPr/>
        </p:nvSpPr>
        <p:spPr>
          <a:xfrm>
            <a:off x="955975" y="5250375"/>
            <a:ext cx="79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Directional Light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13ff9f8ebf7_0_1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4" name="Google Shape;244;g13ff9f8ebf7_0_1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550" y="5824450"/>
            <a:ext cx="7848600" cy="70485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3ff9f8ebf7_0_191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lighting.html</a:t>
            </a:r>
            <a:endParaRPr/>
          </a:p>
        </p:txBody>
      </p:sp>
      <p:pic>
        <p:nvPicPr>
          <p:cNvPr id="250" name="Google Shape;250;g13ff9f8ebf7_0_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650" y="2134175"/>
            <a:ext cx="2405927" cy="17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13ff9f8ebf7_0_1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5025" y="2162750"/>
            <a:ext cx="2088416" cy="16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13ff9f8ebf7_0_1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0600" y="2015113"/>
            <a:ext cx="2162175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13ff9f8ebf7_0_191"/>
          <p:cNvSpPr txBox="1"/>
          <p:nvPr/>
        </p:nvSpPr>
        <p:spPr>
          <a:xfrm>
            <a:off x="1466213" y="4107175"/>
            <a:ext cx="182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Ambient Light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13ff9f8ebf7_0_191"/>
          <p:cNvSpPr txBox="1"/>
          <p:nvPr/>
        </p:nvSpPr>
        <p:spPr>
          <a:xfrm>
            <a:off x="4404825" y="4107175"/>
            <a:ext cx="182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 Light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13ff9f8ebf7_0_191"/>
          <p:cNvSpPr txBox="1"/>
          <p:nvPr/>
        </p:nvSpPr>
        <p:spPr>
          <a:xfrm>
            <a:off x="7537275" y="4107175"/>
            <a:ext cx="208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Directional Light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13ff9f8ebf7_0_19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3ff9f8ebf7_0_111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Animation</a:t>
            </a:r>
            <a:endParaRPr/>
          </a:p>
        </p:txBody>
      </p:sp>
      <p:pic>
        <p:nvPicPr>
          <p:cNvPr id="262" name="Google Shape;262;g13ff9f8ebf7_0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020850"/>
            <a:ext cx="7973300" cy="3063575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3" name="Google Shape;263;g13ff9f8ebf7_0_111"/>
          <p:cNvSpPr txBox="1"/>
          <p:nvPr/>
        </p:nvSpPr>
        <p:spPr>
          <a:xfrm>
            <a:off x="838200" y="1427025"/>
            <a:ext cx="105642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requestAnimationFrame creates a loop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causes renderer to draw a new scene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Generally refresh rate is 60FPS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13ff9f8ebf7_0_1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3ff9f8ebf7_0_121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cubeRotation.html</a:t>
            </a:r>
            <a:endParaRPr/>
          </a:p>
        </p:txBody>
      </p:sp>
      <p:pic>
        <p:nvPicPr>
          <p:cNvPr id="270" name="Google Shape;270;g13ff9f8ebf7_0_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9450" y="1635375"/>
            <a:ext cx="7772400" cy="43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13ff9f8ebf7_0_1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3ff9f8ebf7_0_140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User Interaction</a:t>
            </a:r>
            <a:endParaRPr/>
          </a:p>
        </p:txBody>
      </p:sp>
      <p:sp>
        <p:nvSpPr>
          <p:cNvPr id="277" name="Google Shape;277;g13ff9f8ebf7_0_140"/>
          <p:cNvSpPr txBox="1"/>
          <p:nvPr/>
        </p:nvSpPr>
        <p:spPr>
          <a:xfrm>
            <a:off x="838200" y="1427025"/>
            <a:ext cx="105642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interaction can be done with mouse clicking or moving or pressing a key on the keyboard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g13ff9f8ebf7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075" y="3674300"/>
            <a:ext cx="7931725" cy="161785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9" name="Google Shape;279;g13ff9f8ebf7_0_140"/>
          <p:cNvSpPr txBox="1"/>
          <p:nvPr/>
        </p:nvSpPr>
        <p:spPr>
          <a:xfrm>
            <a:off x="755084" y="2926175"/>
            <a:ext cx="809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the action method and add it to the event listener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g13ff9f8ebf7_0_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075" y="5486175"/>
            <a:ext cx="7931725" cy="499636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1" name="Google Shape;281;g13ff9f8ebf7_0_1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3ff9f8ebf7_0_149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mouseClick.html</a:t>
            </a:r>
            <a:endParaRPr/>
          </a:p>
        </p:txBody>
      </p:sp>
      <p:sp>
        <p:nvSpPr>
          <p:cNvPr id="287" name="Google Shape;287;g13ff9f8ebf7_0_1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8" name="Google Shape;288;g13ff9f8ebf7_0_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2171" y="1690825"/>
            <a:ext cx="7786958" cy="4386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3ff9f8ebf7_0_203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Shaders</a:t>
            </a:r>
            <a:endParaRPr/>
          </a:p>
        </p:txBody>
      </p:sp>
      <p:sp>
        <p:nvSpPr>
          <p:cNvPr id="294" name="Google Shape;294;g13ff9f8ebf7_0_203"/>
          <p:cNvSpPr txBox="1"/>
          <p:nvPr/>
        </p:nvSpPr>
        <p:spPr>
          <a:xfrm>
            <a:off x="838200" y="1427025"/>
            <a:ext cx="10564200" cy="36532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shader is a small program written in GLSL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runs on the GPU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types of shader: Vertex Shader and Fragment Shader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Vertex shader is applied on every vertex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Fragment shader is applied on every fragment/pixel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three.js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ShaderMaterial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allows a material to be rendered with custom shaders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13ff9f8ebf7_0_20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Shaders</a:t>
            </a:r>
            <a:endParaRPr/>
          </a:p>
        </p:txBody>
      </p:sp>
      <p:sp>
        <p:nvSpPr>
          <p:cNvPr id="301" name="Google Shape;301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2"/>
          <p:cNvSpPr txBox="1"/>
          <p:nvPr/>
        </p:nvSpPr>
        <p:spPr>
          <a:xfrm>
            <a:off x="758553" y="1425702"/>
            <a:ext cx="809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 vertex shader as a script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21204"/>
            <a:ext cx="10153650" cy="203835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4" name="Google Shape;304;p2"/>
          <p:cNvSpPr txBox="1"/>
          <p:nvPr/>
        </p:nvSpPr>
        <p:spPr>
          <a:xfrm>
            <a:off x="758553" y="4112883"/>
            <a:ext cx="809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 fragment shader as a script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553" y="4617122"/>
            <a:ext cx="7667625" cy="192405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Shaders</a:t>
            </a:r>
            <a:endParaRPr/>
          </a:p>
        </p:txBody>
      </p:sp>
      <p:sp>
        <p:nvSpPr>
          <p:cNvPr id="311" name="Google Shape;311;p3"/>
          <p:cNvSpPr txBox="1"/>
          <p:nvPr/>
        </p:nvSpPr>
        <p:spPr>
          <a:xfrm>
            <a:off x="758553" y="1425702"/>
            <a:ext cx="809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some uniform variables if required in dictionary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179902"/>
            <a:ext cx="7791450" cy="114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3" name="Google Shape;3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4447676"/>
            <a:ext cx="9296400" cy="150495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4" name="Google Shape;314;p3"/>
          <p:cNvSpPr txBox="1"/>
          <p:nvPr/>
        </p:nvSpPr>
        <p:spPr>
          <a:xfrm>
            <a:off x="838200" y="3689164"/>
            <a:ext cx="809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 ShaderMaterial and assign your shaders to it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shaderMaterial.html</a:t>
            </a:r>
            <a:endParaRPr/>
          </a:p>
        </p:txBody>
      </p:sp>
      <p:sp>
        <p:nvSpPr>
          <p:cNvPr id="321" name="Google Shape;321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2" name="Google Shape;3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6090" y="1690825"/>
            <a:ext cx="7759820" cy="4371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Texture Mapping</a:t>
            </a:r>
            <a:endParaRPr/>
          </a:p>
        </p:txBody>
      </p:sp>
      <p:sp>
        <p:nvSpPr>
          <p:cNvPr id="328" name="Google Shape;328;p6"/>
          <p:cNvSpPr txBox="1"/>
          <p:nvPr/>
        </p:nvSpPr>
        <p:spPr>
          <a:xfrm>
            <a:off x="838200" y="1427025"/>
            <a:ext cx="10564200" cy="25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give realistic appearance to our objects by applying texture mapping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texture is an image that would wrap the object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order to apply texture mapping, we need to load the texture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Texture is loaded as a texture object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3ff9f8ebf7_0_211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Texture Mapping</a:t>
            </a:r>
            <a:endParaRPr/>
          </a:p>
        </p:txBody>
      </p:sp>
      <p:sp>
        <p:nvSpPr>
          <p:cNvPr id="335" name="Google Shape;335;g13ff9f8ebf7_0_211"/>
          <p:cNvSpPr txBox="1"/>
          <p:nvPr/>
        </p:nvSpPr>
        <p:spPr>
          <a:xfrm>
            <a:off x="838209" y="1690825"/>
            <a:ext cx="809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Load the texture object and map it onto the object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g13ff9f8ebf7_0_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452750"/>
            <a:ext cx="9645425" cy="2604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13ff9f8ebf7_0_2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ff9f8ebf7_0_220"/>
          <p:cNvSpPr txBox="1"/>
          <p:nvPr>
            <p:ph type="title"/>
          </p:nvPr>
        </p:nvSpPr>
        <p:spPr>
          <a:xfrm>
            <a:off x="838200" y="365125"/>
            <a:ext cx="1085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texture.html</a:t>
            </a:r>
            <a:endParaRPr/>
          </a:p>
        </p:txBody>
      </p:sp>
      <p:sp>
        <p:nvSpPr>
          <p:cNvPr id="343" name="Google Shape;343;g13ff9f8ebf7_0_2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4" name="Google Shape;344;g13ff9f8ebf7_0_2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7834" y="1682750"/>
            <a:ext cx="8296331" cy="46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2020-12-27T13:57:30Z</dcterms:created>
  <dc:creator>TEL-Workshop-02</dc:creator>
</cp:coreProperties>
</file>